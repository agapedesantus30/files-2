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gapitus Iboro" initials="AI" lastIdx="1" clrIdx="0">
    <p:extLst>
      <p:ext uri="{19B8F6BF-5375-455C-9EA6-DF929625EA0E}">
        <p15:presenceInfo xmlns:p15="http://schemas.microsoft.com/office/powerpoint/2012/main" userId="Agapitus Ibor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E1ABB-97B9-48A9-9D7B-3F6B4D371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BA50DC-3BBC-4408-8B9A-C3254854D6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193DF-F8E0-42AE-9DD2-634EF4332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8411-C784-46DE-868D-CE7B3A5E9567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F11C2-368D-4CE9-AEEF-1BE10BC19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35D5C-AA08-47DB-A84B-77D802D1F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BAF4D-FAE9-4667-B21C-8EA807003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754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23089-ED0C-45DB-9F25-3BC77F8E8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7543B-6DB2-47D2-8A14-47F4E272C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F889B-48B0-4887-B9CA-F29FA66D7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8411-C784-46DE-868D-CE7B3A5E9567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26D45-2E49-4F4B-9D33-FC84D7ADD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37491-8817-498C-87EE-133E844E7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BAF4D-FAE9-4667-B21C-8EA807003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08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46C54-C68D-4D1D-9BBA-3C2C16BE3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FEEFE-46E4-4232-A95A-CCCD0BF4D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0B28B-24FA-46B7-8C03-0738B2043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8411-C784-46DE-868D-CE7B3A5E9567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5BD8F-7943-4C8C-B6F0-77A51C830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AEC2E-0337-4CA0-BD54-A124A35FB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BAF4D-FAE9-4667-B21C-8EA807003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241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69F25-D153-4F76-87EA-C18547E1D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C25A0-8A61-458B-AE69-F960DD7FC8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6AD6D-EE3B-46CE-AFAD-982FC45F4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27CB3-E531-41C7-93C4-E78EAE0A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8411-C784-46DE-868D-CE7B3A5E9567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99B162-7A5F-4778-A602-A3894B05F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21873-71BD-440F-88B3-594DCE1FC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BAF4D-FAE9-4667-B21C-8EA807003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298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4A84F-E5BF-4017-B18B-66D3ABCDD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B70B72-4815-4FF3-8A5A-F37A3F20B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6E7ACA-38C5-4923-9D47-7998BD2B6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E5F3D7-A81B-4695-8C77-29DA87264F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F9661-9B9E-4EDC-9B6A-CC04BE3242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553857-CC59-428A-AA55-BF9579E62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8411-C784-46DE-868D-CE7B3A5E9567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A0E7F6-71E2-40D6-A73B-1024B6D77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0697BE-C66F-4399-BF44-9E4DD3554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BAF4D-FAE9-4667-B21C-8EA807003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32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854D8-B942-4F35-8C67-023F12DC6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941A51-C861-4491-A884-DC4941142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8411-C784-46DE-868D-CE7B3A5E9567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153DB8-EBCD-4A62-B240-0E6246A36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F2DD08-1979-4A67-BDD4-77BB008C5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BAF4D-FAE9-4667-B21C-8EA807003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812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A21131-15DC-47C3-A529-F78932E93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8411-C784-46DE-868D-CE7B3A5E9567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7B53ED-C2C5-4E41-8460-C29E42DA1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5F383-6336-4176-ACCC-91BD96F6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BAF4D-FAE9-4667-B21C-8EA807003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42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1B63F-7706-476E-9B72-A3295FCF3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3A22D-B8E6-412B-A644-935F9B190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0C2AF0-EAF8-4CFC-AEC2-C986E4FB8E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7DE372-F2BC-4DBD-9D94-31667CF3F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8411-C784-46DE-868D-CE7B3A5E9567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1D590B-19E9-4B3E-8BC4-C7D823294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7AFF0F-510C-419E-8E70-598043B35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BAF4D-FAE9-4667-B21C-8EA807003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967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88C18-AE40-4C93-B8F0-18B383BF0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A5AD71-0D60-42D9-A824-C539F2380F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491542-6BAB-4B8C-A4F5-A43C6D766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53273-10E4-41FD-8D42-F1C074A93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8411-C784-46DE-868D-CE7B3A5E9567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44448-89ED-42A7-86D1-231D8ABB2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00508-8338-488A-B545-C29933D5C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BAF4D-FAE9-4667-B21C-8EA807003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787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30C79-B166-4458-81CE-C5A5FC78E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267FDD-8E47-4DA4-B978-4DA51F11F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56C95-0AA7-41A7-9D78-0CE3C018B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8411-C784-46DE-868D-CE7B3A5E9567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F577A-87B9-4D17-8D02-4E9D29561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00DEE-C841-4E56-B268-79E801D84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BAF4D-FAE9-4667-B21C-8EA807003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60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3F0627-40A2-4109-8314-CE7DD4333D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0CC600-F674-4AF9-B781-56D9CFE6D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5787D-C1AE-4CD4-A6AD-565321FA8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8411-C784-46DE-868D-CE7B3A5E9567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E090-1075-48CD-AFC1-871E8B453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95C0A-53DB-408C-9BA0-8F9CD7B46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BAF4D-FAE9-4667-B21C-8EA807003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399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F2637C-E865-42B3-B0F0-45E6350DE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1FA95A-32B6-47AB-AF80-912D034B1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6C47D-A0D6-49E8-A3C6-2D2E85CDE9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18411-C784-46DE-868D-CE7B3A5E9567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FDE45-F99E-4DE3-8CDF-57CB865B5C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1D8D1-9477-48DA-A9EF-BB6E8ADE17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BAF4D-FAE9-4667-B21C-8EA807003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31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C5344E-84C3-4C43-A662-E4DF749D8395}"/>
              </a:ext>
            </a:extLst>
          </p:cNvPr>
          <p:cNvSpPr/>
          <p:nvPr/>
        </p:nvSpPr>
        <p:spPr>
          <a:xfrm>
            <a:off x="5776217" y="662643"/>
            <a:ext cx="1802294" cy="243836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4A8465-3B46-4E25-8F25-FB908E3A1ECE}"/>
              </a:ext>
            </a:extLst>
          </p:cNvPr>
          <p:cNvSpPr/>
          <p:nvPr/>
        </p:nvSpPr>
        <p:spPr>
          <a:xfrm>
            <a:off x="6112416" y="1185863"/>
            <a:ext cx="1156982" cy="5232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51DDB1-BB5D-4CF7-8059-A1D9115C14FB}"/>
              </a:ext>
            </a:extLst>
          </p:cNvPr>
          <p:cNvSpPr txBox="1"/>
          <p:nvPr/>
        </p:nvSpPr>
        <p:spPr>
          <a:xfrm>
            <a:off x="6096000" y="662643"/>
            <a:ext cx="11733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&lt;&lt;Window&gt;&gt;</a:t>
            </a:r>
          </a:p>
          <a:p>
            <a:r>
              <a:rPr lang="en-US" sz="1400" b="1" dirty="0"/>
              <a:t>Client Menu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DC55FE-8A3F-489F-B33C-9E7D82F86A26}"/>
              </a:ext>
            </a:extLst>
          </p:cNvPr>
          <p:cNvSpPr txBox="1"/>
          <p:nvPr/>
        </p:nvSpPr>
        <p:spPr>
          <a:xfrm>
            <a:off x="6218501" y="1185863"/>
            <a:ext cx="9283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&lt;&lt;button&gt;&gt;</a:t>
            </a:r>
          </a:p>
          <a:p>
            <a:r>
              <a:rPr lang="en-US" sz="1200" b="1" dirty="0"/>
              <a:t>Add Client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DA9BFE-4393-4B7F-ADA2-8F52D17309BD}"/>
              </a:ext>
            </a:extLst>
          </p:cNvPr>
          <p:cNvSpPr/>
          <p:nvPr/>
        </p:nvSpPr>
        <p:spPr>
          <a:xfrm>
            <a:off x="6112417" y="1709083"/>
            <a:ext cx="1156981" cy="51875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&lt;&lt;button&gt;&gt;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Find client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B0BBBD-6338-403E-AF9E-417E514450C0}"/>
              </a:ext>
            </a:extLst>
          </p:cNvPr>
          <p:cNvSpPr/>
          <p:nvPr/>
        </p:nvSpPr>
        <p:spPr>
          <a:xfrm>
            <a:off x="6104208" y="2233151"/>
            <a:ext cx="1173398" cy="51875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&lt;&lt;button&gt;&gt;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List Clients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78BD100-D254-4F1D-A987-19BFE3727928}"/>
              </a:ext>
            </a:extLst>
          </p:cNvPr>
          <p:cNvCxnSpPr>
            <a:cxnSpLocks/>
          </p:cNvCxnSpPr>
          <p:nvPr/>
        </p:nvCxnSpPr>
        <p:spPr>
          <a:xfrm>
            <a:off x="6690616" y="2751906"/>
            <a:ext cx="0" cy="14610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EAF646A-A04E-4DFF-B052-718490C92CD3}"/>
              </a:ext>
            </a:extLst>
          </p:cNvPr>
          <p:cNvSpPr txBox="1"/>
          <p:nvPr/>
        </p:nvSpPr>
        <p:spPr>
          <a:xfrm>
            <a:off x="5776217" y="4212958"/>
            <a:ext cx="19180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Click List Clients Button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631B65E-EEAB-49DE-A2E3-349D0925856B}"/>
              </a:ext>
            </a:extLst>
          </p:cNvPr>
          <p:cNvCxnSpPr>
            <a:cxnSpLocks/>
          </p:cNvCxnSpPr>
          <p:nvPr/>
        </p:nvCxnSpPr>
        <p:spPr>
          <a:xfrm>
            <a:off x="6690616" y="4520735"/>
            <a:ext cx="0" cy="7951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048F33E7-86BC-4CCA-963A-92231854596D}"/>
              </a:ext>
            </a:extLst>
          </p:cNvPr>
          <p:cNvSpPr/>
          <p:nvPr/>
        </p:nvSpPr>
        <p:spPr>
          <a:xfrm>
            <a:off x="5731603" y="5407397"/>
            <a:ext cx="1918025" cy="4505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&lt;&lt;Hyperlink report &gt;&gt;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Client List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31D362-340D-43C2-9BC3-D0BE06833253}"/>
              </a:ext>
            </a:extLst>
          </p:cNvPr>
          <p:cNvSpPr txBox="1"/>
          <p:nvPr/>
        </p:nvSpPr>
        <p:spPr>
          <a:xfrm rot="700322">
            <a:off x="7897385" y="1416008"/>
            <a:ext cx="13355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Click Add Client</a:t>
            </a:r>
          </a:p>
          <a:p>
            <a:pPr algn="ctr"/>
            <a:r>
              <a:rPr lang="en-US" sz="1400" dirty="0"/>
              <a:t>button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D7D006-C021-45E4-B0C0-BBD6136E9530}"/>
              </a:ext>
            </a:extLst>
          </p:cNvPr>
          <p:cNvSpPr/>
          <p:nvPr/>
        </p:nvSpPr>
        <p:spPr>
          <a:xfrm>
            <a:off x="9649014" y="1302105"/>
            <a:ext cx="1537252" cy="133507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A71C8A-C50C-4583-B89A-0CCC4E55F137}"/>
              </a:ext>
            </a:extLst>
          </p:cNvPr>
          <p:cNvSpPr txBox="1"/>
          <p:nvPr/>
        </p:nvSpPr>
        <p:spPr>
          <a:xfrm>
            <a:off x="9918977" y="1253147"/>
            <a:ext cx="99732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&lt;&lt;form&gt;&gt;</a:t>
            </a:r>
          </a:p>
          <a:p>
            <a:pPr algn="ctr"/>
            <a:r>
              <a:rPr lang="en-US" sz="1400" b="1" dirty="0"/>
              <a:t>Add Client </a:t>
            </a:r>
          </a:p>
          <a:p>
            <a:pPr algn="ctr"/>
            <a:r>
              <a:rPr lang="en-US" sz="1400" b="1" dirty="0"/>
              <a:t>Form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3D2B84A-24BE-4054-8F56-56585773DADC}"/>
              </a:ext>
            </a:extLst>
          </p:cNvPr>
          <p:cNvSpPr/>
          <p:nvPr/>
        </p:nvSpPr>
        <p:spPr>
          <a:xfrm>
            <a:off x="9869690" y="1968460"/>
            <a:ext cx="1095897" cy="47584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&lt;&lt;button&gt;&gt;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Add Client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311F9B9-1CB4-47DD-831C-DD85643D860F}"/>
              </a:ext>
            </a:extLst>
          </p:cNvPr>
          <p:cNvSpPr/>
          <p:nvPr/>
        </p:nvSpPr>
        <p:spPr>
          <a:xfrm>
            <a:off x="2272071" y="1200312"/>
            <a:ext cx="1433643" cy="149875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1DCBF57-CA76-4C0E-9626-A6F0766368EE}"/>
              </a:ext>
            </a:extLst>
          </p:cNvPr>
          <p:cNvSpPr txBox="1"/>
          <p:nvPr/>
        </p:nvSpPr>
        <p:spPr>
          <a:xfrm>
            <a:off x="2490826" y="1308287"/>
            <a:ext cx="10149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&lt;&lt;form&gt;&gt;</a:t>
            </a:r>
          </a:p>
          <a:p>
            <a:pPr algn="ctr"/>
            <a:r>
              <a:rPr lang="en-US" sz="1400" b="1" dirty="0"/>
              <a:t>Find Client </a:t>
            </a:r>
          </a:p>
          <a:p>
            <a:pPr algn="ctr"/>
            <a:r>
              <a:rPr lang="en-US" sz="1400" b="1" dirty="0"/>
              <a:t>Form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BC7BFA-C383-4E7A-8595-2666F1CBDD45}"/>
              </a:ext>
            </a:extLst>
          </p:cNvPr>
          <p:cNvSpPr/>
          <p:nvPr/>
        </p:nvSpPr>
        <p:spPr>
          <a:xfrm>
            <a:off x="2451152" y="1997934"/>
            <a:ext cx="1095897" cy="47584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&lt;&lt;button&gt;&gt;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Find Client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55B590B-AE86-4565-AF20-CF0A79334D3C}"/>
              </a:ext>
            </a:extLst>
          </p:cNvPr>
          <p:cNvSpPr/>
          <p:nvPr/>
        </p:nvSpPr>
        <p:spPr>
          <a:xfrm>
            <a:off x="829296" y="5407397"/>
            <a:ext cx="2275588" cy="4505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&lt;&lt;report &gt;&gt;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Client Information Report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60B07EE-6C1C-4B1C-B107-033279FB2FD6}"/>
              </a:ext>
            </a:extLst>
          </p:cNvPr>
          <p:cNvCxnSpPr>
            <a:cxnSpLocks/>
            <a:stCxn id="24" idx="1"/>
            <a:endCxn id="46" idx="3"/>
          </p:cNvCxnSpPr>
          <p:nvPr/>
        </p:nvCxnSpPr>
        <p:spPr>
          <a:xfrm flipH="1">
            <a:off x="3104884" y="5632684"/>
            <a:ext cx="262671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06301AD-D4F3-416C-A311-86BB244BE205}"/>
              </a:ext>
            </a:extLst>
          </p:cNvPr>
          <p:cNvSpPr txBox="1"/>
          <p:nvPr/>
        </p:nvSpPr>
        <p:spPr>
          <a:xfrm>
            <a:off x="3975654" y="5371074"/>
            <a:ext cx="8851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Click</a:t>
            </a:r>
          </a:p>
          <a:p>
            <a:pPr algn="ctr"/>
            <a:r>
              <a:rPr lang="en-US" sz="1400" dirty="0"/>
              <a:t>Hyperlink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DFC62DF-0685-4776-8915-3FCA039F592A}"/>
              </a:ext>
            </a:extLst>
          </p:cNvPr>
          <p:cNvCxnSpPr>
            <a:cxnSpLocks/>
            <a:stCxn id="37" idx="2"/>
          </p:cNvCxnSpPr>
          <p:nvPr/>
        </p:nvCxnSpPr>
        <p:spPr>
          <a:xfrm flipH="1">
            <a:off x="1469814" y="2699064"/>
            <a:ext cx="1519079" cy="27083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74D3D2D-BDA6-4D51-B2F7-7BE53278A1BD}"/>
              </a:ext>
            </a:extLst>
          </p:cNvPr>
          <p:cNvCxnSpPr>
            <a:cxnSpLocks/>
            <a:stCxn id="15" idx="1"/>
            <a:endCxn id="37" idx="3"/>
          </p:cNvCxnSpPr>
          <p:nvPr/>
        </p:nvCxnSpPr>
        <p:spPr>
          <a:xfrm flipH="1" flipV="1">
            <a:off x="3705714" y="1949688"/>
            <a:ext cx="2406703" cy="187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B08B387B-6E83-451B-9CB3-4C77426AB025}"/>
              </a:ext>
            </a:extLst>
          </p:cNvPr>
          <p:cNvSpPr txBox="1"/>
          <p:nvPr/>
        </p:nvSpPr>
        <p:spPr>
          <a:xfrm rot="21589723">
            <a:off x="4181500" y="1695434"/>
            <a:ext cx="13355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Click Find Client</a:t>
            </a:r>
          </a:p>
          <a:p>
            <a:pPr algn="ctr"/>
            <a:r>
              <a:rPr lang="en-US" sz="1400" dirty="0"/>
              <a:t>Button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CA14D41-8196-4E47-A23D-C5AA4FD3EF3E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2990401" y="2699064"/>
            <a:ext cx="2741202" cy="29336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B519E70-40F3-4030-B6DD-EB98BFC44D69}"/>
              </a:ext>
            </a:extLst>
          </p:cNvPr>
          <p:cNvSpPr txBox="1"/>
          <p:nvPr/>
        </p:nvSpPr>
        <p:spPr>
          <a:xfrm rot="2755795">
            <a:off x="3689295" y="3773460"/>
            <a:ext cx="1146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Click Find</a:t>
            </a:r>
          </a:p>
          <a:p>
            <a:pPr algn="ctr"/>
            <a:r>
              <a:rPr lang="en-US" sz="1400" dirty="0"/>
              <a:t>Client Button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0B8E8DE-888C-412E-BBCD-2C2EF0B23544}"/>
              </a:ext>
            </a:extLst>
          </p:cNvPr>
          <p:cNvSpPr txBox="1"/>
          <p:nvPr/>
        </p:nvSpPr>
        <p:spPr>
          <a:xfrm rot="17919828">
            <a:off x="1686957" y="3741009"/>
            <a:ext cx="11469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Click Find</a:t>
            </a:r>
          </a:p>
          <a:p>
            <a:pPr algn="ctr"/>
            <a:r>
              <a:rPr lang="en-US" sz="1400" dirty="0"/>
              <a:t>Client Button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D0FD2E2C-1451-424E-B609-93AF840533AC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7291618" y="1416695"/>
            <a:ext cx="2357396" cy="5529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469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76</Words>
  <Application>Microsoft Office PowerPoint</Application>
  <PresentationFormat>Widescreen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RECREATED WND</dc:title>
  <dc:creator>Agapitus Iboro</dc:creator>
  <cp:lastModifiedBy>Agapitus Iboro</cp:lastModifiedBy>
  <cp:revision>17</cp:revision>
  <dcterms:created xsi:type="dcterms:W3CDTF">2020-04-14T22:39:54Z</dcterms:created>
  <dcterms:modified xsi:type="dcterms:W3CDTF">2020-04-14T23:42:46Z</dcterms:modified>
</cp:coreProperties>
</file>