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4D24A-DE2E-45D5-BAAA-54687E3A0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C7CC4F-5286-4882-8FEC-37D2F340D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E12CC-57BC-4106-8412-23D4B2B9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05FB-4FDC-4396-A9A8-31505CFBF797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695ED-AAD5-46FF-A345-74B406C20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C212D-BB7E-4942-AC8F-054846772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195F-FE83-459F-B9D0-99F4BA62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22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23C48-CD07-4AA6-BB70-AB139A1D7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659FE-27D8-40F0-B9EF-9CFBD1062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810EA-D400-447D-B8D1-C4DF3554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05FB-4FDC-4396-A9A8-31505CFBF797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31980-DDC3-470F-83A0-B39ED687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23F62-A8CD-488E-A8A1-D14DD618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195F-FE83-459F-B9D0-99F4BA62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67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E8E86-DB88-4AFB-9F6A-44FFFDC3D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EA743-C88D-4857-A885-85BAD30EA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93635-F3AA-4001-AC31-26447FC0B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05FB-4FDC-4396-A9A8-31505CFBF797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C8234-32D4-4F62-A449-2E9A8FED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B578E-1AD6-4BE6-9C3A-DEA978BC4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195F-FE83-459F-B9D0-99F4BA62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35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AA28-62EB-443E-845F-6ED09C03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F724B-CB8B-4BC9-8F85-32AB15108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13E46-5E70-4DB0-90AF-1E65ACF6F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3AD0D-10E0-437B-A2DE-45EE1DA6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05FB-4FDC-4396-A9A8-31505CFBF797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DDF53-8303-4AC2-8BC6-8ED90D627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7137C-F575-4742-9071-9CB117EF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195F-FE83-459F-B9D0-99F4BA62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20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2414F-EE99-4F44-A5F1-920A30E05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477DB-45E4-4BF9-867B-17BBC557D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E3735-F3E1-4977-B418-3CBE58AF1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21698-0F1B-4A42-886D-C7C142C5D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6D6659-F076-4657-9BFD-875DBCF35C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0EDC3A-D65C-4034-96FE-8B694273E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05FB-4FDC-4396-A9A8-31505CFBF797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131B99-9DE0-41AE-A701-C87AC1CDA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CDFF81-8B77-4174-9BCC-9AC8E5987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195F-FE83-459F-B9D0-99F4BA62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40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64B4B-0586-40E5-B411-2AA201364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6C5B0-90B6-4F43-AD37-E49FBBE8A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05FB-4FDC-4396-A9A8-31505CFBF797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8CD611-95F2-45C3-B215-B45164CC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992AF-5DDD-456E-8662-6C0630F6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195F-FE83-459F-B9D0-99F4BA62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16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1F9B9-2346-44CD-BF61-EAC6A93C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05FB-4FDC-4396-A9A8-31505CFBF797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1F371-3A57-47CA-B195-786B420C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128C1-7904-4172-9A36-8544547A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195F-FE83-459F-B9D0-99F4BA62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403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474F8-1596-4F3C-8A55-CE22D4E7D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FD29A-7203-4770-9FD2-EC278B717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121E7-65D7-4C50-A67F-09ED6A039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F4386-220F-41C5-AD1F-20FA2374A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05FB-4FDC-4396-A9A8-31505CFBF797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DA5CD-962A-4485-BA50-2723B53AA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8AA94-74C0-4BB5-9FAF-BA9BD7A1A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195F-FE83-459F-B9D0-99F4BA62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3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F4D0C-D0D4-4A2B-A9F1-967174E7B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0BAB4-BF4F-4E74-A385-30CCF036FC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05878-5E36-4C94-A588-7A4FD25EB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6F145-EA9A-40F3-AFB2-CBEB88DE9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05FB-4FDC-4396-A9A8-31505CFBF797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45F7A-693A-4CE3-8369-D91DA6F4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43B25-1F8F-43F0-947A-950D518D9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195F-FE83-459F-B9D0-99F4BA62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0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5DC15-77ED-4238-8815-FA1D46155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F5E8A-7631-4DC2-8F52-E88C33773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CA12E-8E7A-4E37-BF1C-C7CD6FBB0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05FB-4FDC-4396-A9A8-31505CFBF797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6751D-AB9F-4692-9D02-467FCFA08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CAB27-0171-4013-8A1E-D1909263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195F-FE83-459F-B9D0-99F4BA62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08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DFB3EC-088C-41F2-9F4A-83C414B819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B3F6D-E9A1-43D4-A027-C425A54EC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34628-8F34-417B-8E07-DF3595C83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05FB-4FDC-4396-A9A8-31505CFBF797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62E39-4562-4C9D-933F-EE2A9185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A71DE-3475-4969-8446-4332AE06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195F-FE83-459F-B9D0-99F4BA62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9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158DD3-939A-4E90-AFD7-886B156D1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C74CD-A867-49C4-975E-0F3999568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2F8E4-BBEB-4BE6-8A4E-D75876FB4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705FB-4FDC-4396-A9A8-31505CFBF797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FC539-EC24-4051-9F59-0A0350149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4A979-EB88-4075-8BC5-BA2D601A2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90195F-FE83-459F-B9D0-99F4BA62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8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F09C1A-E624-4C7D-9CDD-A314EEC36C19}"/>
              </a:ext>
            </a:extLst>
          </p:cNvPr>
          <p:cNvSpPr txBox="1"/>
          <p:nvPr/>
        </p:nvSpPr>
        <p:spPr>
          <a:xfrm>
            <a:off x="185530" y="145773"/>
            <a:ext cx="83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F2587-FA82-46C7-8D9F-EB0F59882A10}"/>
              </a:ext>
            </a:extLst>
          </p:cNvPr>
          <p:cNvSpPr txBox="1"/>
          <p:nvPr/>
        </p:nvSpPr>
        <p:spPr>
          <a:xfrm>
            <a:off x="11126734" y="145773"/>
            <a:ext cx="100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LOGOUT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E10A91-FEC9-4DDB-9C07-AFCDC31B35A2}"/>
              </a:ext>
            </a:extLst>
          </p:cNvPr>
          <p:cNvCxnSpPr>
            <a:cxnSpLocks/>
          </p:cNvCxnSpPr>
          <p:nvPr/>
        </p:nvCxnSpPr>
        <p:spPr>
          <a:xfrm>
            <a:off x="0" y="526628"/>
            <a:ext cx="12192000" cy="19305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63C3969-BCF2-45F4-87CF-74BD1C09C360}"/>
              </a:ext>
            </a:extLst>
          </p:cNvPr>
          <p:cNvCxnSpPr>
            <a:cxnSpLocks/>
          </p:cNvCxnSpPr>
          <p:nvPr/>
        </p:nvCxnSpPr>
        <p:spPr>
          <a:xfrm flipV="1">
            <a:off x="0" y="6116821"/>
            <a:ext cx="12192000" cy="41945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51E356D-3918-4852-8D42-6479160E1B51}"/>
              </a:ext>
            </a:extLst>
          </p:cNvPr>
          <p:cNvSpPr txBox="1"/>
          <p:nvPr/>
        </p:nvSpPr>
        <p:spPr>
          <a:xfrm>
            <a:off x="3978851" y="166963"/>
            <a:ext cx="4898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USERNAME WELCOME TO OUR FLORIST WEBSITE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D5E6C4-BD46-4B95-A9DF-29543AE34306}"/>
              </a:ext>
            </a:extLst>
          </p:cNvPr>
          <p:cNvSpPr txBox="1"/>
          <p:nvPr/>
        </p:nvSpPr>
        <p:spPr>
          <a:xfrm>
            <a:off x="185531" y="641864"/>
            <a:ext cx="44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Here’s a list of order options to choose from: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1A376E1-E503-4E6F-BDE2-BED0FB5932E6}"/>
              </a:ext>
            </a:extLst>
          </p:cNvPr>
          <p:cNvCxnSpPr>
            <a:cxnSpLocks/>
          </p:cNvCxnSpPr>
          <p:nvPr/>
        </p:nvCxnSpPr>
        <p:spPr>
          <a:xfrm flipV="1">
            <a:off x="0" y="1008297"/>
            <a:ext cx="12192000" cy="37777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6A5B7D4-3175-4F5F-B355-6C934D505BFD}"/>
              </a:ext>
            </a:extLst>
          </p:cNvPr>
          <p:cNvSpPr txBox="1"/>
          <p:nvPr/>
        </p:nvSpPr>
        <p:spPr>
          <a:xfrm>
            <a:off x="1679309" y="1142004"/>
            <a:ext cx="2623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SELECT ARRANGEMENT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E5CE1C-95E4-47AB-BF5B-A55D9CECB4D7}"/>
              </a:ext>
            </a:extLst>
          </p:cNvPr>
          <p:cNvSpPr txBox="1"/>
          <p:nvPr/>
        </p:nvSpPr>
        <p:spPr>
          <a:xfrm>
            <a:off x="4582545" y="1114392"/>
            <a:ext cx="2688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SELECT CUSTOMIZATTION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E36F5B-67A2-4EE5-B5B3-FEEEDE32BB53}"/>
              </a:ext>
            </a:extLst>
          </p:cNvPr>
          <p:cNvSpPr txBox="1"/>
          <p:nvPr/>
        </p:nvSpPr>
        <p:spPr>
          <a:xfrm>
            <a:off x="7852396" y="1113267"/>
            <a:ext cx="253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SELECT DECORATION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34E039-FFE4-4498-8DEE-F5064BB28178}"/>
              </a:ext>
            </a:extLst>
          </p:cNvPr>
          <p:cNvCxnSpPr>
            <a:cxnSpLocks/>
          </p:cNvCxnSpPr>
          <p:nvPr/>
        </p:nvCxnSpPr>
        <p:spPr>
          <a:xfrm flipH="1">
            <a:off x="1440002" y="1046073"/>
            <a:ext cx="23070" cy="3796940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06E2024-9AF2-4870-84B4-4020534376EB}"/>
              </a:ext>
            </a:extLst>
          </p:cNvPr>
          <p:cNvCxnSpPr>
            <a:cxnSpLocks/>
          </p:cNvCxnSpPr>
          <p:nvPr/>
        </p:nvCxnSpPr>
        <p:spPr>
          <a:xfrm>
            <a:off x="10388412" y="1011196"/>
            <a:ext cx="0" cy="3831817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9CCF0F7-E412-4245-805A-536ADF37C6A8}"/>
              </a:ext>
            </a:extLst>
          </p:cNvPr>
          <p:cNvCxnSpPr>
            <a:cxnSpLocks/>
          </p:cNvCxnSpPr>
          <p:nvPr/>
        </p:nvCxnSpPr>
        <p:spPr>
          <a:xfrm>
            <a:off x="4343643" y="1011196"/>
            <a:ext cx="0" cy="3831817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CAD4ACA-BA57-4CD9-84E4-F57F2B57C050}"/>
              </a:ext>
            </a:extLst>
          </p:cNvPr>
          <p:cNvCxnSpPr>
            <a:cxnSpLocks/>
          </p:cNvCxnSpPr>
          <p:nvPr/>
        </p:nvCxnSpPr>
        <p:spPr>
          <a:xfrm>
            <a:off x="7419924" y="1046073"/>
            <a:ext cx="0" cy="3785660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7ABB1B0-8CD4-4B7B-B958-5993346F60FF}"/>
              </a:ext>
            </a:extLst>
          </p:cNvPr>
          <p:cNvCxnSpPr>
            <a:cxnSpLocks/>
          </p:cNvCxnSpPr>
          <p:nvPr/>
        </p:nvCxnSpPr>
        <p:spPr>
          <a:xfrm flipV="1">
            <a:off x="1440002" y="4822041"/>
            <a:ext cx="8925340" cy="41945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3C4FFF0-5736-4597-B760-9A45C7222B97}"/>
              </a:ext>
            </a:extLst>
          </p:cNvPr>
          <p:cNvCxnSpPr>
            <a:cxnSpLocks/>
          </p:cNvCxnSpPr>
          <p:nvPr/>
        </p:nvCxnSpPr>
        <p:spPr>
          <a:xfrm flipV="1">
            <a:off x="1463072" y="1494035"/>
            <a:ext cx="8925339" cy="13972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FC9E341-EB5F-4464-A054-4353F21CEA8D}"/>
              </a:ext>
            </a:extLst>
          </p:cNvPr>
          <p:cNvSpPr txBox="1"/>
          <p:nvPr/>
        </p:nvSpPr>
        <p:spPr>
          <a:xfrm>
            <a:off x="2140949" y="1547475"/>
            <a:ext cx="171155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Arrangement 1</a:t>
            </a:r>
          </a:p>
          <a:p>
            <a:r>
              <a:rPr lang="en-US" dirty="0"/>
              <a:t>Arrangement 2</a:t>
            </a:r>
          </a:p>
          <a:p>
            <a:r>
              <a:rPr lang="en-US" dirty="0"/>
              <a:t>Arrangement 3</a:t>
            </a:r>
          </a:p>
          <a:p>
            <a:r>
              <a:rPr lang="en-US" dirty="0"/>
              <a:t>Arrangement 4</a:t>
            </a:r>
          </a:p>
          <a:p>
            <a:r>
              <a:rPr lang="en-US" dirty="0"/>
              <a:t>Arrangement 5</a:t>
            </a:r>
          </a:p>
          <a:p>
            <a:r>
              <a:rPr lang="en-US" dirty="0"/>
              <a:t>Arrangement 6</a:t>
            </a:r>
          </a:p>
          <a:p>
            <a:r>
              <a:rPr lang="en-US" dirty="0"/>
              <a:t>Arrangement 7</a:t>
            </a:r>
          </a:p>
          <a:p>
            <a:r>
              <a:rPr lang="en-US" dirty="0"/>
              <a:t>Arrangement 8</a:t>
            </a:r>
          </a:p>
          <a:p>
            <a:r>
              <a:rPr lang="en-US" dirty="0"/>
              <a:t>Arrangement 9</a:t>
            </a:r>
          </a:p>
          <a:p>
            <a:r>
              <a:rPr lang="en-US" dirty="0"/>
              <a:t>Arrangement 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389C2F-6FC6-40A8-B73E-A1B180B9D298}"/>
              </a:ext>
            </a:extLst>
          </p:cNvPr>
          <p:cNvSpPr txBox="1"/>
          <p:nvPr/>
        </p:nvSpPr>
        <p:spPr>
          <a:xfrm>
            <a:off x="5488242" y="1550599"/>
            <a:ext cx="978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</a:t>
            </a:r>
          </a:p>
          <a:p>
            <a:r>
              <a:rPr lang="en-US" dirty="0"/>
              <a:t>Medium</a:t>
            </a:r>
          </a:p>
          <a:p>
            <a:r>
              <a:rPr lang="en-US" dirty="0"/>
              <a:t>Small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C2101DA-BE26-4588-BD11-54714C5F073C}"/>
              </a:ext>
            </a:extLst>
          </p:cNvPr>
          <p:cNvSpPr txBox="1"/>
          <p:nvPr/>
        </p:nvSpPr>
        <p:spPr>
          <a:xfrm>
            <a:off x="8240916" y="1550063"/>
            <a:ext cx="138775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Decoration 1</a:t>
            </a:r>
          </a:p>
          <a:p>
            <a:r>
              <a:rPr lang="en-US" dirty="0"/>
              <a:t>Decoration 2</a:t>
            </a:r>
          </a:p>
          <a:p>
            <a:r>
              <a:rPr lang="en-US" dirty="0"/>
              <a:t>Decoration 3</a:t>
            </a:r>
          </a:p>
          <a:p>
            <a:r>
              <a:rPr lang="en-US" dirty="0"/>
              <a:t>Decoration 4</a:t>
            </a:r>
          </a:p>
          <a:p>
            <a:r>
              <a:rPr lang="en-US" dirty="0"/>
              <a:t>Decoration 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5AD9E40-05A4-46DF-B5BC-A0626B38635C}"/>
              </a:ext>
            </a:extLst>
          </p:cNvPr>
          <p:cNvSpPr/>
          <p:nvPr/>
        </p:nvSpPr>
        <p:spPr>
          <a:xfrm>
            <a:off x="1490496" y="4635544"/>
            <a:ext cx="650453" cy="20746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2CE24A7-1D45-4A92-8A76-3C3B49B39A5D}"/>
              </a:ext>
            </a:extLst>
          </p:cNvPr>
          <p:cNvSpPr/>
          <p:nvPr/>
        </p:nvSpPr>
        <p:spPr>
          <a:xfrm>
            <a:off x="2270431" y="4623410"/>
            <a:ext cx="964321" cy="22201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Cancel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9F6A669-7BB5-466E-BF1A-863AF3BC5BB6}"/>
              </a:ext>
            </a:extLst>
          </p:cNvPr>
          <p:cNvSpPr/>
          <p:nvPr/>
        </p:nvSpPr>
        <p:spPr>
          <a:xfrm>
            <a:off x="4376938" y="4609359"/>
            <a:ext cx="684790" cy="22553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7B11F76-0C2C-4E16-9F76-2726BC66B593}"/>
              </a:ext>
            </a:extLst>
          </p:cNvPr>
          <p:cNvSpPr/>
          <p:nvPr/>
        </p:nvSpPr>
        <p:spPr>
          <a:xfrm>
            <a:off x="5234655" y="4618600"/>
            <a:ext cx="964321" cy="22201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Cancel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9F5CCE4-710F-40BD-B0B0-97B5B8C48B31}"/>
              </a:ext>
            </a:extLst>
          </p:cNvPr>
          <p:cNvSpPr/>
          <p:nvPr/>
        </p:nvSpPr>
        <p:spPr>
          <a:xfrm>
            <a:off x="7453218" y="4606197"/>
            <a:ext cx="684790" cy="22553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849265F-F873-44B5-8A95-44902D9EFF9E}"/>
              </a:ext>
            </a:extLst>
          </p:cNvPr>
          <p:cNvSpPr/>
          <p:nvPr/>
        </p:nvSpPr>
        <p:spPr>
          <a:xfrm>
            <a:off x="8323305" y="4596114"/>
            <a:ext cx="964321" cy="22201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Cancel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3AD412D-0C2B-498C-8253-05D0D10A332F}"/>
              </a:ext>
            </a:extLst>
          </p:cNvPr>
          <p:cNvCxnSpPr>
            <a:cxnSpLocks/>
          </p:cNvCxnSpPr>
          <p:nvPr/>
        </p:nvCxnSpPr>
        <p:spPr>
          <a:xfrm>
            <a:off x="1463072" y="4863986"/>
            <a:ext cx="0" cy="1218762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FBFB031-5635-40C4-9246-4623BB4F1523}"/>
              </a:ext>
            </a:extLst>
          </p:cNvPr>
          <p:cNvCxnSpPr>
            <a:cxnSpLocks/>
          </p:cNvCxnSpPr>
          <p:nvPr/>
        </p:nvCxnSpPr>
        <p:spPr>
          <a:xfrm>
            <a:off x="10388411" y="4822041"/>
            <a:ext cx="0" cy="1294780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26CBB24-643C-43D1-B94B-D390DFF6553B}"/>
              </a:ext>
            </a:extLst>
          </p:cNvPr>
          <p:cNvSpPr txBox="1"/>
          <p:nvPr/>
        </p:nvSpPr>
        <p:spPr>
          <a:xfrm>
            <a:off x="1486142" y="4994364"/>
            <a:ext cx="2007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ORDER SUMMARY: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0E33D00-D607-4C3A-8CC0-9C5DA6FA0F8B}"/>
              </a:ext>
            </a:extLst>
          </p:cNvPr>
          <p:cNvSpPr txBox="1"/>
          <p:nvPr/>
        </p:nvSpPr>
        <p:spPr>
          <a:xfrm>
            <a:off x="1486142" y="5300356"/>
            <a:ext cx="1891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of order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47B1241-7BEF-4993-AFB9-AC97420EFBBF}"/>
              </a:ext>
            </a:extLst>
          </p:cNvPr>
          <p:cNvSpPr/>
          <p:nvPr/>
        </p:nvSpPr>
        <p:spPr>
          <a:xfrm>
            <a:off x="1463072" y="5821726"/>
            <a:ext cx="938087" cy="26102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Confirm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1298418-43FA-4622-BC47-E4940F528A41}"/>
              </a:ext>
            </a:extLst>
          </p:cNvPr>
          <p:cNvSpPr/>
          <p:nvPr/>
        </p:nvSpPr>
        <p:spPr>
          <a:xfrm>
            <a:off x="2531165" y="5821726"/>
            <a:ext cx="825080" cy="2499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Edit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130EA59-ABB3-4366-AD96-2749FA9151E4}"/>
              </a:ext>
            </a:extLst>
          </p:cNvPr>
          <p:cNvSpPr/>
          <p:nvPr/>
        </p:nvSpPr>
        <p:spPr>
          <a:xfrm>
            <a:off x="3494064" y="5821726"/>
            <a:ext cx="808488" cy="2499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Delete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B38E5D0-2493-4B3D-A43F-EE3D4A298E01}"/>
              </a:ext>
            </a:extLst>
          </p:cNvPr>
          <p:cNvSpPr/>
          <p:nvPr/>
        </p:nvSpPr>
        <p:spPr>
          <a:xfrm>
            <a:off x="1463072" y="6321436"/>
            <a:ext cx="1068093" cy="36465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Payment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007FBC6-E00D-4219-A1F4-465AFA3A7775}"/>
              </a:ext>
            </a:extLst>
          </p:cNvPr>
          <p:cNvSpPr/>
          <p:nvPr/>
        </p:nvSpPr>
        <p:spPr>
          <a:xfrm>
            <a:off x="2694650" y="6321438"/>
            <a:ext cx="3040504" cy="36464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Provide Delivery Information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56F9137B-8613-49D5-B400-7B6C717A8C34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0" cy="6858000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A8120D30-F758-4D31-AE72-3B66B8525B77}"/>
              </a:ext>
            </a:extLst>
          </p:cNvPr>
          <p:cNvCxnSpPr>
            <a:cxnSpLocks/>
          </p:cNvCxnSpPr>
          <p:nvPr/>
        </p:nvCxnSpPr>
        <p:spPr>
          <a:xfrm>
            <a:off x="12192000" y="0"/>
            <a:ext cx="0" cy="6858000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2B6189A7-BD42-40CE-B255-2C37D76A2470}"/>
              </a:ext>
            </a:extLst>
          </p:cNvPr>
          <p:cNvCxnSpPr>
            <a:cxnSpLocks/>
          </p:cNvCxnSpPr>
          <p:nvPr/>
        </p:nvCxnSpPr>
        <p:spPr>
          <a:xfrm flipV="1">
            <a:off x="12707" y="6848759"/>
            <a:ext cx="12179293" cy="20764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4A8FA9B-B6A3-485A-A1EA-FA1CFB53CD9F}"/>
              </a:ext>
            </a:extLst>
          </p:cNvPr>
          <p:cNvCxnSpPr>
            <a:cxnSpLocks/>
          </p:cNvCxnSpPr>
          <p:nvPr/>
        </p:nvCxnSpPr>
        <p:spPr>
          <a:xfrm flipV="1">
            <a:off x="0" y="-10516"/>
            <a:ext cx="12179293" cy="20764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BEE145-045C-4C25-89B8-8642968B14DD}"/>
              </a:ext>
            </a:extLst>
          </p:cNvPr>
          <p:cNvCxnSpPr>
            <a:cxnSpLocks/>
          </p:cNvCxnSpPr>
          <p:nvPr/>
        </p:nvCxnSpPr>
        <p:spPr>
          <a:xfrm flipH="1">
            <a:off x="4174435" y="1547475"/>
            <a:ext cx="1" cy="32842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F56E33F-27C7-4521-8D04-F12B87C6ABAC}"/>
              </a:ext>
            </a:extLst>
          </p:cNvPr>
          <p:cNvCxnSpPr>
            <a:cxnSpLocks/>
          </p:cNvCxnSpPr>
          <p:nvPr/>
        </p:nvCxnSpPr>
        <p:spPr>
          <a:xfrm flipH="1">
            <a:off x="7245589" y="1498612"/>
            <a:ext cx="4552" cy="33473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6A5091F-06C5-4A54-BE69-08409709554F}"/>
              </a:ext>
            </a:extLst>
          </p:cNvPr>
          <p:cNvCxnSpPr>
            <a:cxnSpLocks/>
          </p:cNvCxnSpPr>
          <p:nvPr/>
        </p:nvCxnSpPr>
        <p:spPr>
          <a:xfrm flipH="1">
            <a:off x="10216136" y="1493207"/>
            <a:ext cx="1" cy="32842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3BD37DC-E492-4C6C-8624-4E2B7820CEBF}"/>
              </a:ext>
            </a:extLst>
          </p:cNvPr>
          <p:cNvSpPr/>
          <p:nvPr/>
        </p:nvSpPr>
        <p:spPr>
          <a:xfrm>
            <a:off x="4174087" y="2607676"/>
            <a:ext cx="178971" cy="553462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25124A8-A698-429C-B816-F466217F3868}"/>
              </a:ext>
            </a:extLst>
          </p:cNvPr>
          <p:cNvSpPr/>
          <p:nvPr/>
        </p:nvSpPr>
        <p:spPr>
          <a:xfrm>
            <a:off x="7268486" y="2526056"/>
            <a:ext cx="151438" cy="553462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F5141FD-26F7-455B-A0FD-52FF46B25969}"/>
              </a:ext>
            </a:extLst>
          </p:cNvPr>
          <p:cNvSpPr/>
          <p:nvPr/>
        </p:nvSpPr>
        <p:spPr>
          <a:xfrm>
            <a:off x="10218334" y="2526056"/>
            <a:ext cx="153992" cy="553462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541E41C7-23AF-42ED-B699-FE1480AAD69D}"/>
              </a:ext>
            </a:extLst>
          </p:cNvPr>
          <p:cNvSpPr/>
          <p:nvPr/>
        </p:nvSpPr>
        <p:spPr>
          <a:xfrm>
            <a:off x="7268486" y="4473120"/>
            <a:ext cx="153992" cy="359579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25573740-1906-45B6-BD38-DDC52B7738FF}"/>
              </a:ext>
            </a:extLst>
          </p:cNvPr>
          <p:cNvSpPr/>
          <p:nvPr/>
        </p:nvSpPr>
        <p:spPr>
          <a:xfrm>
            <a:off x="10229530" y="4443197"/>
            <a:ext cx="153992" cy="359579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Arrow: Down 53">
            <a:extLst>
              <a:ext uri="{FF2B5EF4-FFF2-40B4-BE49-F238E27FC236}">
                <a16:creationId xmlns:a16="http://schemas.microsoft.com/office/drawing/2014/main" id="{9FCC5A1A-5AB7-4AA5-86DD-B30D35899549}"/>
              </a:ext>
            </a:extLst>
          </p:cNvPr>
          <p:cNvSpPr/>
          <p:nvPr/>
        </p:nvSpPr>
        <p:spPr>
          <a:xfrm>
            <a:off x="4199066" y="4493066"/>
            <a:ext cx="153992" cy="359579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0D61D9CE-919D-4871-999F-16F46723B9EC}"/>
              </a:ext>
            </a:extLst>
          </p:cNvPr>
          <p:cNvSpPr/>
          <p:nvPr/>
        </p:nvSpPr>
        <p:spPr>
          <a:xfrm rot="10800000">
            <a:off x="7262098" y="1527272"/>
            <a:ext cx="153992" cy="359579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Down 55">
            <a:extLst>
              <a:ext uri="{FF2B5EF4-FFF2-40B4-BE49-F238E27FC236}">
                <a16:creationId xmlns:a16="http://schemas.microsoft.com/office/drawing/2014/main" id="{5A79A7EF-AC6E-44F1-A0DC-CF00261FD713}"/>
              </a:ext>
            </a:extLst>
          </p:cNvPr>
          <p:cNvSpPr/>
          <p:nvPr/>
        </p:nvSpPr>
        <p:spPr>
          <a:xfrm rot="10800000">
            <a:off x="4173860" y="1504590"/>
            <a:ext cx="153992" cy="359579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29B3B38A-ACA1-48A5-956C-7DC75AC3F414}"/>
              </a:ext>
            </a:extLst>
          </p:cNvPr>
          <p:cNvSpPr/>
          <p:nvPr/>
        </p:nvSpPr>
        <p:spPr>
          <a:xfrm rot="10615684">
            <a:off x="10229530" y="1500970"/>
            <a:ext cx="153992" cy="359579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41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76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Agapitus Iboro</dc:creator>
  <cp:lastModifiedBy>Agapitus Iboro</cp:lastModifiedBy>
  <cp:revision>28</cp:revision>
  <dcterms:created xsi:type="dcterms:W3CDTF">2020-04-23T21:00:30Z</dcterms:created>
  <dcterms:modified xsi:type="dcterms:W3CDTF">2020-04-23T22:24:56Z</dcterms:modified>
</cp:coreProperties>
</file>