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83440-6CC1-49A8-81CA-14BA59301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FEEDA9-7BC8-49E2-9304-1C1B31D163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1A8D4-6963-4F62-84EC-F5D85CD33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2048A-2537-4B12-BC01-FFF88CAB4274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DF079-B593-43D9-9271-DD8C607D0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89358-EC7F-491A-99F9-31A19BC07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263C3-962C-4BC7-B6C6-B8EA5A983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733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61C78-5455-4E09-BA16-BA6D58E21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F51D0-7D29-49B8-999A-4342011FD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35727-CDAA-44A7-8CF7-BB72DBEB7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2048A-2537-4B12-BC01-FFF88CAB4274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09C12-2C31-4EC3-8116-AC8901BE0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8264C-F9C4-45A8-8FEA-5D169DE04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263C3-962C-4BC7-B6C6-B8EA5A983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104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A4EEA-9B12-49DE-A00A-9DF0A8D29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1C5D8-ECAB-4B1F-8636-D55206712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43208-0E5D-4A9A-A618-7C1E86C3A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2048A-2537-4B12-BC01-FFF88CAB4274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FE02E-DD8C-43BA-9B16-CF4AF45C9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39B43-FC14-41E7-B65D-BD71545F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263C3-962C-4BC7-B6C6-B8EA5A983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88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B4932-7707-4D10-9260-FC88510A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DE54E-DCBD-48FB-9039-009611FD6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0F691-11B8-4516-B427-A4D306D03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19A12-75BF-4B99-837F-FF3B74E26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2048A-2537-4B12-BC01-FFF88CAB4274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049BDB-F258-4D95-A141-377CECA1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8B278-1B30-4652-966A-E4ED1ECBB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263C3-962C-4BC7-B6C6-B8EA5A983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26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31C42-4F09-4607-BD69-11F0BE529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1A592-02BA-4165-BA3C-79F657689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A37825-F721-4E23-9BD2-1C5E55528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B9631-478F-45F1-89DD-CFE2E6FA96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F38A6C-77B4-4320-98E5-51D0EF736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B5CFDC-4180-45B6-B67C-6FD38B186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2048A-2537-4B12-BC01-FFF88CAB4274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6A9211-5F46-4FA2-99B0-13CF149A2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DC33A9-3286-409D-A6EE-D55CD0D46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263C3-962C-4BC7-B6C6-B8EA5A983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55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6DD18-E8CF-44F6-A5B8-0B997A748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D9E146-5544-4360-B82E-951B5188A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2048A-2537-4B12-BC01-FFF88CAB4274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B59E50-6935-4884-96E4-8BA10EC58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A2E330-F4DF-4B9B-BCDE-2CB4BBC13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263C3-962C-4BC7-B6C6-B8EA5A983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276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8494DF-4C1B-4706-9E87-12F233E17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2048A-2537-4B12-BC01-FFF88CAB4274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E1A0DC-52EF-43B5-BBB0-9C0582AA9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08A99-0A4D-404F-94F7-D2980BA0F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263C3-962C-4BC7-B6C6-B8EA5A983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050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C61-6CA3-4C1A-831D-A4E7CED9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051EC-4E2D-4A59-A7B4-B691459EB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9E8B7F-3AFD-4DEE-B0AD-DA97D18D55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082FE-7828-4EB4-B586-948F62995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2048A-2537-4B12-BC01-FFF88CAB4274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32897C-7E35-4D12-AA9B-DE811F58F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9C00D-929C-4ED7-A113-C6ACC40E0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263C3-962C-4BC7-B6C6-B8EA5A983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627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B5FB4-822A-4F47-B020-18EC674F5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3F5659-1FD5-457C-A4DC-59CFF9BCE7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3E45C-29DE-49EA-AC4F-2CC38B16DD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DCEFC-0921-4249-8855-15248000B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2048A-2537-4B12-BC01-FFF88CAB4274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EF283-A387-4620-AC71-58D154826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4D711-CBBB-46C1-8BB0-4F06A6210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263C3-962C-4BC7-B6C6-B8EA5A983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530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796A7-0177-4AB2-A315-6B4C4FEED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54D0B-60A1-4AEC-8E4E-DBAFE97A4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1C4D4-EEB2-43CA-83BE-6A87399FA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2048A-2537-4B12-BC01-FFF88CAB4274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AA722-C568-4242-83B8-C3CA2AB91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8098A-9366-420C-B998-13F511E22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263C3-962C-4BC7-B6C6-B8EA5A983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755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5BD3B8-FAD9-459D-818D-C313B2085C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3C2FAD-9426-462A-A895-0A7DC721E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6ECF6-CA2F-4D1A-85A5-5448F58D8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2048A-2537-4B12-BC01-FFF88CAB4274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46466-49C5-4018-A4F4-A40E4CF1F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9B2B6-2BA3-4134-8532-4DE1E0D29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263C3-962C-4BC7-B6C6-B8EA5A983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80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254071-1F31-4238-A017-BA7B0076E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0EECA-62CB-49EF-8E72-5CB83BB10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D0EDC-746A-4A03-B4B2-0A7E92507D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72048A-2537-4B12-BC01-FFF88CAB4274}" type="datetimeFigureOut">
              <a:rPr lang="en-US" smtClean="0"/>
              <a:t>4/23/2020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B332F-9AC9-4A94-8CBD-07340106A3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E8CF3-D8B1-49BE-8811-20FF5DB6E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263C3-962C-4BC7-B6C6-B8EA5A983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622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27ACC28-180F-44DE-9744-97AF08632DA6}"/>
              </a:ext>
            </a:extLst>
          </p:cNvPr>
          <p:cNvSpPr/>
          <p:nvPr/>
        </p:nvSpPr>
        <p:spPr>
          <a:xfrm>
            <a:off x="5327375" y="183319"/>
            <a:ext cx="1537252" cy="17360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336A4D-D0DD-4321-96D1-66FF141A2744}"/>
              </a:ext>
            </a:extLst>
          </p:cNvPr>
          <p:cNvSpPr txBox="1"/>
          <p:nvPr/>
        </p:nvSpPr>
        <p:spPr>
          <a:xfrm>
            <a:off x="5509301" y="196571"/>
            <a:ext cx="11733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&lt;&lt;Window&gt;&gt;</a:t>
            </a:r>
          </a:p>
          <a:p>
            <a:pPr algn="ctr"/>
            <a:r>
              <a:rPr lang="en-US" sz="1400" b="1" dirty="0"/>
              <a:t>User Menu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CFB0B0-3BC4-434C-A943-B37CBA7396A0}"/>
              </a:ext>
            </a:extLst>
          </p:cNvPr>
          <p:cNvSpPr/>
          <p:nvPr/>
        </p:nvSpPr>
        <p:spPr>
          <a:xfrm>
            <a:off x="5548051" y="768749"/>
            <a:ext cx="1095897" cy="47584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&lt;&lt;button&gt;&gt;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Sign Up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61D9EC-2F33-4880-8EE0-814433C3D2F7}"/>
              </a:ext>
            </a:extLst>
          </p:cNvPr>
          <p:cNvSpPr/>
          <p:nvPr/>
        </p:nvSpPr>
        <p:spPr>
          <a:xfrm>
            <a:off x="5548050" y="1244593"/>
            <a:ext cx="1095897" cy="47584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&lt;&lt;button&gt;&gt;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Login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45D62C-19DE-418E-89F6-538B21328DA3}"/>
              </a:ext>
            </a:extLst>
          </p:cNvPr>
          <p:cNvSpPr/>
          <p:nvPr/>
        </p:nvSpPr>
        <p:spPr>
          <a:xfrm>
            <a:off x="197145" y="183319"/>
            <a:ext cx="1768144" cy="18495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DBC8B2-CD81-4D6A-9453-122869C66B93}"/>
              </a:ext>
            </a:extLst>
          </p:cNvPr>
          <p:cNvSpPr txBox="1"/>
          <p:nvPr/>
        </p:nvSpPr>
        <p:spPr>
          <a:xfrm>
            <a:off x="443633" y="183318"/>
            <a:ext cx="1173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&lt;&lt;Window&gt;&gt;</a:t>
            </a:r>
          </a:p>
          <a:p>
            <a:pPr algn="ctr"/>
            <a:r>
              <a:rPr lang="en-US" sz="1400" b="1" dirty="0"/>
              <a:t>Client Menu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990BEB-9119-486A-A8B2-9502D27528A9}"/>
              </a:ext>
            </a:extLst>
          </p:cNvPr>
          <p:cNvSpPr/>
          <p:nvPr/>
        </p:nvSpPr>
        <p:spPr>
          <a:xfrm>
            <a:off x="499195" y="700684"/>
            <a:ext cx="1156981" cy="51875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&lt;&lt;button&gt;&gt;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Place Order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5A0122-E87D-4602-9C69-8BA163AA7D23}"/>
              </a:ext>
            </a:extLst>
          </p:cNvPr>
          <p:cNvSpPr/>
          <p:nvPr/>
        </p:nvSpPr>
        <p:spPr>
          <a:xfrm>
            <a:off x="506257" y="1215389"/>
            <a:ext cx="1149917" cy="51875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&lt;&lt;button&gt;&gt;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Make Payment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2C984C-024F-4F4E-A79D-4F5DCEE960E2}"/>
              </a:ext>
            </a:extLst>
          </p:cNvPr>
          <p:cNvSpPr/>
          <p:nvPr/>
        </p:nvSpPr>
        <p:spPr>
          <a:xfrm>
            <a:off x="10202995" y="196571"/>
            <a:ext cx="1802294" cy="20232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258119-0F51-4376-B022-D571097F5782}"/>
              </a:ext>
            </a:extLst>
          </p:cNvPr>
          <p:cNvSpPr txBox="1"/>
          <p:nvPr/>
        </p:nvSpPr>
        <p:spPr>
          <a:xfrm>
            <a:off x="10405777" y="196572"/>
            <a:ext cx="13967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&lt;&lt;Window&gt;&gt;</a:t>
            </a:r>
          </a:p>
          <a:p>
            <a:pPr algn="ctr"/>
            <a:r>
              <a:rPr lang="en-US" sz="1400" b="1" dirty="0"/>
              <a:t>Employee Menu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B4C4E1-568B-43C8-8D1C-A3B58BC17372}"/>
              </a:ext>
            </a:extLst>
          </p:cNvPr>
          <p:cNvSpPr/>
          <p:nvPr/>
        </p:nvSpPr>
        <p:spPr>
          <a:xfrm>
            <a:off x="10539195" y="749404"/>
            <a:ext cx="1156981" cy="53611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&lt;&lt;button&gt;&gt;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Staff Monitoring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D8DDDD-5035-419A-A995-058ACA1B8DFE}"/>
              </a:ext>
            </a:extLst>
          </p:cNvPr>
          <p:cNvSpPr/>
          <p:nvPr/>
        </p:nvSpPr>
        <p:spPr>
          <a:xfrm>
            <a:off x="10539194" y="1300891"/>
            <a:ext cx="1156982" cy="6121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&lt;&lt;button&gt;&gt;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Staff Notifications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F8C53F-BE96-4386-BD96-308DF64CF174}"/>
              </a:ext>
            </a:extLst>
          </p:cNvPr>
          <p:cNvSpPr txBox="1"/>
          <p:nvPr/>
        </p:nvSpPr>
        <p:spPr>
          <a:xfrm>
            <a:off x="7401243" y="700684"/>
            <a:ext cx="1800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Click Sign Up/Login</a:t>
            </a:r>
          </a:p>
          <a:p>
            <a:pPr algn="ctr"/>
            <a:r>
              <a:rPr lang="en-US" sz="1400" dirty="0"/>
              <a:t>button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7DE3ABD-1936-4EAE-8CD2-416D52687442}"/>
              </a:ext>
            </a:extLst>
          </p:cNvPr>
          <p:cNvCxnSpPr>
            <a:cxnSpLocks/>
          </p:cNvCxnSpPr>
          <p:nvPr/>
        </p:nvCxnSpPr>
        <p:spPr>
          <a:xfrm flipV="1">
            <a:off x="6864624" y="960061"/>
            <a:ext cx="3379038" cy="532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8FAB565-3FD3-4EC8-BE94-F6F7DFCCD102}"/>
              </a:ext>
            </a:extLst>
          </p:cNvPr>
          <p:cNvCxnSpPr>
            <a:cxnSpLocks/>
            <a:stCxn id="4" idx="1"/>
            <a:endCxn id="18" idx="3"/>
          </p:cNvCxnSpPr>
          <p:nvPr/>
        </p:nvCxnSpPr>
        <p:spPr>
          <a:xfrm flipH="1">
            <a:off x="1965289" y="1051337"/>
            <a:ext cx="3362086" cy="567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6BD1B00-370D-4456-9070-3918B7C6BBCE}"/>
              </a:ext>
            </a:extLst>
          </p:cNvPr>
          <p:cNvSpPr txBox="1"/>
          <p:nvPr/>
        </p:nvSpPr>
        <p:spPr>
          <a:xfrm>
            <a:off x="1844120" y="2111309"/>
            <a:ext cx="1707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Click Place Order</a:t>
            </a:r>
          </a:p>
          <a:p>
            <a:pPr algn="ctr"/>
            <a:r>
              <a:rPr lang="en-US" sz="1400" dirty="0"/>
              <a:t>button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2011C09-CD1A-4637-9ADF-8AC50953893C}"/>
              </a:ext>
            </a:extLst>
          </p:cNvPr>
          <p:cNvSpPr/>
          <p:nvPr/>
        </p:nvSpPr>
        <p:spPr>
          <a:xfrm>
            <a:off x="3638297" y="2959510"/>
            <a:ext cx="1909753" cy="23103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F203E5-4917-423D-9732-9DE7ABB38739}"/>
              </a:ext>
            </a:extLst>
          </p:cNvPr>
          <p:cNvSpPr txBox="1"/>
          <p:nvPr/>
        </p:nvSpPr>
        <p:spPr>
          <a:xfrm>
            <a:off x="4044938" y="2959239"/>
            <a:ext cx="10951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&lt;&lt;Form&gt;&gt;</a:t>
            </a:r>
          </a:p>
          <a:p>
            <a:pPr algn="ctr"/>
            <a:r>
              <a:rPr lang="en-US" sz="1400" b="1" dirty="0"/>
              <a:t>Client Menu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C227DE8-9E4A-4875-AD08-B399A10BA741}"/>
              </a:ext>
            </a:extLst>
          </p:cNvPr>
          <p:cNvSpPr/>
          <p:nvPr/>
        </p:nvSpPr>
        <p:spPr>
          <a:xfrm>
            <a:off x="3812016" y="3476874"/>
            <a:ext cx="1560955" cy="51875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&lt;&lt;button&gt;&gt;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Select Arrangement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5B14D5-9029-4503-88D6-B474ECB59D5B}"/>
              </a:ext>
            </a:extLst>
          </p:cNvPr>
          <p:cNvSpPr/>
          <p:nvPr/>
        </p:nvSpPr>
        <p:spPr>
          <a:xfrm>
            <a:off x="3812016" y="4000942"/>
            <a:ext cx="1560954" cy="51875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&lt;&lt;button&gt;&gt;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Select Customization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84B9DAB-EE2F-43EC-AD86-4A300BAAEADC}"/>
              </a:ext>
            </a:extLst>
          </p:cNvPr>
          <p:cNvSpPr/>
          <p:nvPr/>
        </p:nvSpPr>
        <p:spPr>
          <a:xfrm>
            <a:off x="3812015" y="4519697"/>
            <a:ext cx="1560954" cy="51875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&lt;&lt;button&gt;&gt;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Select Decoration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9E7B367-C2C5-45B1-88E4-5DFFEB169D86}"/>
              </a:ext>
            </a:extLst>
          </p:cNvPr>
          <p:cNvSpPr/>
          <p:nvPr/>
        </p:nvSpPr>
        <p:spPr>
          <a:xfrm>
            <a:off x="298625" y="6032259"/>
            <a:ext cx="1537252" cy="4505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&lt;&lt;report &gt;&gt;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Order Placed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2BE4745-79EB-444A-B25E-412C910D395A}"/>
              </a:ext>
            </a:extLst>
          </p:cNvPr>
          <p:cNvCxnSpPr>
            <a:cxnSpLocks/>
          </p:cNvCxnSpPr>
          <p:nvPr/>
        </p:nvCxnSpPr>
        <p:spPr>
          <a:xfrm>
            <a:off x="2882518" y="2599073"/>
            <a:ext cx="772182" cy="7695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8BB10F4-44B6-4CCB-905A-5B0CE6158890}"/>
              </a:ext>
            </a:extLst>
          </p:cNvPr>
          <p:cNvSpPr txBox="1"/>
          <p:nvPr/>
        </p:nvSpPr>
        <p:spPr>
          <a:xfrm>
            <a:off x="2860858" y="834153"/>
            <a:ext cx="1707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Click Sign Up/Login</a:t>
            </a:r>
          </a:p>
          <a:p>
            <a:pPr algn="ctr"/>
            <a:r>
              <a:rPr lang="en-US" sz="1400" dirty="0"/>
              <a:t>button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EC18AF3-07D4-45CF-8022-8F655E41B6F4}"/>
              </a:ext>
            </a:extLst>
          </p:cNvPr>
          <p:cNvCxnSpPr>
            <a:cxnSpLocks/>
          </p:cNvCxnSpPr>
          <p:nvPr/>
        </p:nvCxnSpPr>
        <p:spPr>
          <a:xfrm>
            <a:off x="1641338" y="1196002"/>
            <a:ext cx="870146" cy="9244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4B2B334-A4F9-4BFC-A136-F90E9888B692}"/>
              </a:ext>
            </a:extLst>
          </p:cNvPr>
          <p:cNvCxnSpPr>
            <a:cxnSpLocks/>
            <a:stCxn id="22" idx="2"/>
            <a:endCxn id="51" idx="0"/>
          </p:cNvCxnSpPr>
          <p:nvPr/>
        </p:nvCxnSpPr>
        <p:spPr>
          <a:xfrm flipH="1">
            <a:off x="1067251" y="1734144"/>
            <a:ext cx="13965" cy="42981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0100E05F-5AC9-47F9-96A5-ED947238D14A}"/>
              </a:ext>
            </a:extLst>
          </p:cNvPr>
          <p:cNvSpPr txBox="1"/>
          <p:nvPr/>
        </p:nvSpPr>
        <p:spPr>
          <a:xfrm>
            <a:off x="1289586" y="4408030"/>
            <a:ext cx="23463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Click Arrangement/Customization/Decoration button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600B0863-4706-49B1-8A03-8B301F067215}"/>
              </a:ext>
            </a:extLst>
          </p:cNvPr>
          <p:cNvCxnSpPr>
            <a:cxnSpLocks/>
          </p:cNvCxnSpPr>
          <p:nvPr/>
        </p:nvCxnSpPr>
        <p:spPr>
          <a:xfrm flipH="1">
            <a:off x="2882518" y="3856405"/>
            <a:ext cx="772182" cy="6438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47D17D8-478F-4D95-BB80-52717679154A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1067251" y="5211084"/>
            <a:ext cx="976528" cy="8211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48B6FE1C-F18A-4E36-BCFA-266299CEC65E}"/>
              </a:ext>
            </a:extLst>
          </p:cNvPr>
          <p:cNvSpPr/>
          <p:nvPr/>
        </p:nvSpPr>
        <p:spPr>
          <a:xfrm>
            <a:off x="6364474" y="2120483"/>
            <a:ext cx="1909753" cy="23103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731AE14-2DB1-443F-B431-7E619AF0F83B}"/>
              </a:ext>
            </a:extLst>
          </p:cNvPr>
          <p:cNvSpPr txBox="1"/>
          <p:nvPr/>
        </p:nvSpPr>
        <p:spPr>
          <a:xfrm>
            <a:off x="6620304" y="2083719"/>
            <a:ext cx="13967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&lt;&lt;Form&gt;&gt;</a:t>
            </a:r>
          </a:p>
          <a:p>
            <a:pPr algn="ctr"/>
            <a:r>
              <a:rPr lang="en-US" sz="1400" b="1" dirty="0"/>
              <a:t>Employee Menu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32F6EE8-D759-4314-9197-34575FD77635}"/>
              </a:ext>
            </a:extLst>
          </p:cNvPr>
          <p:cNvSpPr/>
          <p:nvPr/>
        </p:nvSpPr>
        <p:spPr>
          <a:xfrm>
            <a:off x="6538193" y="2637847"/>
            <a:ext cx="1560955" cy="51875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&lt;&lt;button&gt;&gt;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Check &amp; Approve Order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7A8FEB0-E636-41A3-8DFF-F6B0269B4253}"/>
              </a:ext>
            </a:extLst>
          </p:cNvPr>
          <p:cNvSpPr/>
          <p:nvPr/>
        </p:nvSpPr>
        <p:spPr>
          <a:xfrm>
            <a:off x="6538193" y="3161915"/>
            <a:ext cx="1560954" cy="51875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&lt;&lt;button&gt;&gt;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Update Website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F7EED1D-EA3A-4E58-809F-76412100EE6C}"/>
              </a:ext>
            </a:extLst>
          </p:cNvPr>
          <p:cNvSpPr/>
          <p:nvPr/>
        </p:nvSpPr>
        <p:spPr>
          <a:xfrm>
            <a:off x="6538192" y="3680670"/>
            <a:ext cx="1560954" cy="51875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&lt;&lt;button&gt;&gt;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Confirm supplies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F03AC87-7EAA-4264-BB7E-545F3727E3BE}"/>
              </a:ext>
            </a:extLst>
          </p:cNvPr>
          <p:cNvSpPr/>
          <p:nvPr/>
        </p:nvSpPr>
        <p:spPr>
          <a:xfrm>
            <a:off x="10109781" y="4760510"/>
            <a:ext cx="1988715" cy="4505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&lt;&lt;report &gt;&gt;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Website updated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6B59CD68-49BE-4ACA-A76F-D3F030BCCCDB}"/>
              </a:ext>
            </a:extLst>
          </p:cNvPr>
          <p:cNvSpPr/>
          <p:nvPr/>
        </p:nvSpPr>
        <p:spPr>
          <a:xfrm>
            <a:off x="10109781" y="3676433"/>
            <a:ext cx="1988715" cy="69538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&lt;&lt;report &gt;&gt;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List of next day &amp; current day delivery 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FD5AA2C2-0792-45A8-9ED9-25F074B0DCD9}"/>
              </a:ext>
            </a:extLst>
          </p:cNvPr>
          <p:cNvCxnSpPr>
            <a:cxnSpLocks/>
            <a:stCxn id="165" idx="2"/>
            <a:endCxn id="115" idx="0"/>
          </p:cNvCxnSpPr>
          <p:nvPr/>
        </p:nvCxnSpPr>
        <p:spPr>
          <a:xfrm flipH="1">
            <a:off x="11104139" y="3131257"/>
            <a:ext cx="10762" cy="5451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900006D4-9672-4055-BC20-9DF9B0A6A396}"/>
              </a:ext>
            </a:extLst>
          </p:cNvPr>
          <p:cNvSpPr/>
          <p:nvPr/>
        </p:nvSpPr>
        <p:spPr>
          <a:xfrm>
            <a:off x="10109782" y="6032259"/>
            <a:ext cx="1988715" cy="4505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&lt;&lt;report &gt;&gt;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Print Supply list/Report 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E4960E0C-79C5-472F-8842-2B15014C3AF8}"/>
              </a:ext>
            </a:extLst>
          </p:cNvPr>
          <p:cNvCxnSpPr>
            <a:cxnSpLocks/>
            <a:stCxn id="101" idx="3"/>
            <a:endCxn id="114" idx="1"/>
          </p:cNvCxnSpPr>
          <p:nvPr/>
        </p:nvCxnSpPr>
        <p:spPr>
          <a:xfrm>
            <a:off x="8099147" y="3421293"/>
            <a:ext cx="2010634" cy="15645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B87DDF62-B2F9-4F96-B299-FA496AF49988}"/>
              </a:ext>
            </a:extLst>
          </p:cNvPr>
          <p:cNvCxnSpPr>
            <a:cxnSpLocks/>
            <a:stCxn id="102" idx="2"/>
            <a:endCxn id="122" idx="1"/>
          </p:cNvCxnSpPr>
          <p:nvPr/>
        </p:nvCxnSpPr>
        <p:spPr>
          <a:xfrm>
            <a:off x="7318669" y="4199425"/>
            <a:ext cx="2791113" cy="20581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2184B956-168E-437D-BE90-144ECC557CBF}"/>
              </a:ext>
            </a:extLst>
          </p:cNvPr>
          <p:cNvCxnSpPr>
            <a:cxnSpLocks/>
            <a:endCxn id="51" idx="3"/>
          </p:cNvCxnSpPr>
          <p:nvPr/>
        </p:nvCxnSpPr>
        <p:spPr>
          <a:xfrm flipH="1">
            <a:off x="1835877" y="6257546"/>
            <a:ext cx="39677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64926705-DA79-4B4D-85C8-4BAD4D5C2A31}"/>
              </a:ext>
            </a:extLst>
          </p:cNvPr>
          <p:cNvSpPr txBox="1"/>
          <p:nvPr/>
        </p:nvSpPr>
        <p:spPr>
          <a:xfrm>
            <a:off x="3064465" y="5995936"/>
            <a:ext cx="1972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Click check &amp; approve</a:t>
            </a:r>
          </a:p>
          <a:p>
            <a:pPr algn="ctr"/>
            <a:r>
              <a:rPr lang="en-US" sz="1400" dirty="0"/>
              <a:t>button</a:t>
            </a: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12305BC3-DBA8-442A-849C-581934EA79C8}"/>
              </a:ext>
            </a:extLst>
          </p:cNvPr>
          <p:cNvCxnSpPr>
            <a:cxnSpLocks/>
          </p:cNvCxnSpPr>
          <p:nvPr/>
        </p:nvCxnSpPr>
        <p:spPr>
          <a:xfrm flipH="1">
            <a:off x="5791615" y="2888416"/>
            <a:ext cx="746577" cy="88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52A73398-C9F8-4FF2-A31E-616DCDF8EC8E}"/>
              </a:ext>
            </a:extLst>
          </p:cNvPr>
          <p:cNvCxnSpPr>
            <a:cxnSpLocks/>
          </p:cNvCxnSpPr>
          <p:nvPr/>
        </p:nvCxnSpPr>
        <p:spPr>
          <a:xfrm flipH="1">
            <a:off x="1835878" y="6257546"/>
            <a:ext cx="39677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E8DF17B5-02F9-4916-9438-32BD9249DB00}"/>
              </a:ext>
            </a:extLst>
          </p:cNvPr>
          <p:cNvCxnSpPr>
            <a:cxnSpLocks/>
          </p:cNvCxnSpPr>
          <p:nvPr/>
        </p:nvCxnSpPr>
        <p:spPr>
          <a:xfrm>
            <a:off x="5779610" y="2888416"/>
            <a:ext cx="24010" cy="33621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3B084B55-1FFD-4668-AC0A-55A3ED95F9AA}"/>
              </a:ext>
            </a:extLst>
          </p:cNvPr>
          <p:cNvSpPr txBox="1"/>
          <p:nvPr/>
        </p:nvSpPr>
        <p:spPr>
          <a:xfrm rot="2201062">
            <a:off x="7595348" y="4885084"/>
            <a:ext cx="1972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Click confirm supplies</a:t>
            </a:r>
          </a:p>
          <a:p>
            <a:pPr algn="ctr"/>
            <a:r>
              <a:rPr lang="en-US" sz="1400" dirty="0"/>
              <a:t>button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0D7B637-79E7-4AB8-B3EF-8A66C8E73EA4}"/>
              </a:ext>
            </a:extLst>
          </p:cNvPr>
          <p:cNvSpPr txBox="1"/>
          <p:nvPr/>
        </p:nvSpPr>
        <p:spPr>
          <a:xfrm rot="2202496">
            <a:off x="8170675" y="3973292"/>
            <a:ext cx="1972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Click update website</a:t>
            </a:r>
          </a:p>
          <a:p>
            <a:pPr algn="ctr"/>
            <a:r>
              <a:rPr lang="en-US" sz="1400" dirty="0"/>
              <a:t>button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337459E1-E6E0-43F1-9078-363AD111F132}"/>
              </a:ext>
            </a:extLst>
          </p:cNvPr>
          <p:cNvCxnSpPr>
            <a:cxnSpLocks/>
            <a:stCxn id="26" idx="1"/>
            <a:endCxn id="98" idx="3"/>
          </p:cNvCxnSpPr>
          <p:nvPr/>
        </p:nvCxnSpPr>
        <p:spPr>
          <a:xfrm flipH="1">
            <a:off x="8274227" y="1017462"/>
            <a:ext cx="2264968" cy="22581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66F33613-596F-4890-8D0E-10EDFDBE8143}"/>
              </a:ext>
            </a:extLst>
          </p:cNvPr>
          <p:cNvSpPr txBox="1"/>
          <p:nvPr/>
        </p:nvSpPr>
        <p:spPr>
          <a:xfrm rot="18873544">
            <a:off x="8389367" y="1916191"/>
            <a:ext cx="1949187" cy="530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Click staff monitoring</a:t>
            </a:r>
          </a:p>
          <a:p>
            <a:pPr algn="ctr"/>
            <a:r>
              <a:rPr lang="en-US" sz="1400" dirty="0"/>
              <a:t>button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8FCB622-7F74-4586-AAAF-544EF2FD0D82}"/>
              </a:ext>
            </a:extLst>
          </p:cNvPr>
          <p:cNvSpPr txBox="1"/>
          <p:nvPr/>
        </p:nvSpPr>
        <p:spPr>
          <a:xfrm>
            <a:off x="10140307" y="2600857"/>
            <a:ext cx="1949187" cy="530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Click staff notifications</a:t>
            </a:r>
          </a:p>
          <a:p>
            <a:pPr algn="ctr"/>
            <a:r>
              <a:rPr lang="en-US" sz="1400" dirty="0"/>
              <a:t>button</a:t>
            </a:r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07DB35EE-0EEF-4316-A7D3-6B63A851D13C}"/>
              </a:ext>
            </a:extLst>
          </p:cNvPr>
          <p:cNvCxnSpPr>
            <a:cxnSpLocks/>
            <a:stCxn id="27" idx="2"/>
            <a:endCxn id="165" idx="0"/>
          </p:cNvCxnSpPr>
          <p:nvPr/>
        </p:nvCxnSpPr>
        <p:spPr>
          <a:xfrm flipH="1">
            <a:off x="11114901" y="1913066"/>
            <a:ext cx="2784" cy="6877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892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159</Words>
  <Application>Microsoft Office PowerPoint</Application>
  <PresentationFormat>Widescreen</PresentationFormat>
  <Paragraphs>59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Agapitus Iboro</dc:creator>
  <cp:lastModifiedBy>Agapitus Iboro</cp:lastModifiedBy>
  <cp:revision>19</cp:revision>
  <dcterms:created xsi:type="dcterms:W3CDTF">2020-04-23T19:15:53Z</dcterms:created>
  <dcterms:modified xsi:type="dcterms:W3CDTF">2020-04-23T20:57:57Z</dcterms:modified>
</cp:coreProperties>
</file>